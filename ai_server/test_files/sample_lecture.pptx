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English: Industrial Safety &amp; Welding Terminology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1 - Black Gold Training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Vocational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PPE (Personal Protective Equipment): Safety gear including helmet, gloves, and boots.</a:t>
            </a:r>
          </a:p>
          <a:p>
            <a:r>
              <a:t>2. Arc Flash: A dangerous release of energy produced by an electrical arc.</a:t>
            </a:r>
          </a:p>
          <a:p>
            <a:r>
              <a:t>3. Shielding Gas: Inert gas such as Argon used to protect the weld puddle from contamination.</a:t>
            </a:r>
          </a:p>
          <a:p>
            <a:r>
              <a:t>4. Tensile Strength: The maximum stress a material can withstand while being stretched.</a:t>
            </a:r>
          </a:p>
          <a:p>
            <a:r>
              <a:t>5. HAZ (Heat Affected Zone): The area of base metal not melted but whose properties are altered.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